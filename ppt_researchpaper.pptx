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5" r:id="rId10"/>
    <p:sldId id="273" r:id="rId11"/>
    <p:sldId id="274" r:id="rId12"/>
    <p:sldId id="272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Smart Contract-Driven Energy Trading Mechanism Using Blockchain</a:t>
            </a:r>
            <a:endParaRPr lang="en-US" sz="2400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Richa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2210992150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/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 Dr. Ajay Kumar</a:t>
            </a:r>
          </a:p>
          <a:p>
            <a:pPr algn="ctr"/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Associate Professor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energy systems operate on centralized grids where electricity flows from power plants to consumers.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suffer from major inefficiencies like high transmission losses and lack of transparency.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costs increase due to involvement of intermediaries such as utilities and brokers.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renewable energy adoption, users now act as prosumers (both producers and consumers).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shift demands a decentralized and flexible energy trading mechanism.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C8F16-C413-048C-0C89-CBA5F19ED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38AB70F-7377-1C85-DE40-CD0AA491746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5F6E4EB-1A38-DAF2-70F5-77A7636DD9B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5B5293F-7CBB-00D6-AF2C-D6532766F389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do not support direct peer-to-peer energy exchange.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have limited control over pricing and energy sourcing.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 creates a single point of failure and security risk.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Settlement processes are slow, often taking hours or days.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trust and transparency reduces system efficiency.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7126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BBFA-A289-E3AE-EFD5-640D2A6C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E35A3E1-9964-9041-C73D-E7374414DAB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B35E8EB-23B0-A31F-FA1C-A61D8142D9F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D29E8E7-8308-4F31-CA8D-66D0545DC36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blockchain-based decentralized energy trading platform is proposed.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Ethereum blockchain to ensure transparency and security.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automate energy transactions without intermediaries.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is immutable and recorded on a distributed ledger.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directly trade surplus energy in real time.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A90912-1B6E-56E5-8B15-96210A9B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3492" y="3270428"/>
            <a:ext cx="3590108" cy="319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5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FCF4-8A4F-C9B6-04F9-E51F2F05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E1E8EC6-9DC9-F516-DB43-798275907BD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A4606E5-3F9A-E5EF-B18B-9E64E00EFE7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FB2AA52-6F73-3133-E4C2-4423388AF7A8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producers, consumers, smart contracts, and blockchain.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Producers list surplus energy with price and quantity.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browse listings and initiate purchase transactions.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interacts with blockchain using Web3.js.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validate and execute transactions automatically.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568E0B-1AB8-5E31-63D8-61A109C41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920" y="3258738"/>
            <a:ext cx="3690137" cy="328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24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D8E6-34B5-334F-A360-C4303E2BF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1CDF8DD-CA88-C0CD-9836-47DF523EA49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450976A-99FD-B785-8EE3-3DD5D531240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AD06363-5345-F873-229E-A5DADE1B5205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into the system using MetaMask wallet.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uploads energy listing with required details.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selects desired energy listing.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 checks conditions like balance and availability.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is executed and ownership is transferred.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is permanently recorded on blockchain.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444F04-4655-81BD-A235-40CABA2D1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921" y="3276600"/>
            <a:ext cx="3464910" cy="307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97CF7-8B76-B893-20BA-8B5957A9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A04A6F1-BECD-7DBB-01EA-76499F19618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Fututre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30577CF-5172-96AF-49E0-DC7929789FB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3636E69-F063-AE3A-1DEA-E32C3B112D0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devices for real-time energy tracking.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Layer-2 solutions to improve scalability.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Incorporation of AI for demand prediction and pricing.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Cross-chain interoperability for broader adoption.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with government regulations and policies.</a:t>
            </a:r>
          </a:p>
          <a:p>
            <a:pPr marL="342900" indent="-34290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18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B155-772B-4ED5-E09E-642313E7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56CA528-AA34-5E35-F767-5BE56520E496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B20AC48-BF11-B2B7-F626-4A2C62D6E66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8BD3D36-5786-E190-6B28-2D20860920B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enables a secure and decentralized energy trading ecosystem.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 ensure automation and trust.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improves efficiency, transparency, and cost-effectiveness.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strong potential for real-world implementation.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can further enhance scalability and adoption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8670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5AB75-27D9-8CBF-5AF6-D3E97605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45F946C-454D-5CE9-A017-A4E0F1901547}"/>
              </a:ext>
            </a:extLst>
          </p:cNvPr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FB7A5AA-1319-22F4-18EE-FE3100DEB0F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3192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34717</TotalTime>
  <Words>427</Words>
  <Application>Microsoft Office PowerPoint</Application>
  <PresentationFormat>On-screen Show (4:3)</PresentationFormat>
  <Paragraphs>129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Richa Richa</cp:lastModifiedBy>
  <cp:revision>2302</cp:revision>
  <dcterms:created xsi:type="dcterms:W3CDTF">2010-04-09T07:36:15Z</dcterms:created>
  <dcterms:modified xsi:type="dcterms:W3CDTF">2026-05-13T06:16:46Z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