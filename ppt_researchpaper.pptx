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69" r:id="rId7"/>
    <p:sldId id="270" r:id="rId8"/>
    <p:sldId id="271" r:id="rId9"/>
    <p:sldId id="273" r:id="rId10"/>
    <p:sldId id="274" r:id="rId11"/>
    <p:sldId id="272" r:id="rId12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1500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Smart Contract-Driven Energy Trading Mechanism Using Blockchain</a:t>
            </a:r>
            <a:endParaRPr lang="en-US" sz="2400" b="1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Richa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2210992150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/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 Dr. Ajay Kumar</a:t>
            </a:r>
          </a:p>
          <a:p>
            <a:pPr algn="ctr"/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Associate Professor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 algn="just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energy systems operate on centralized grids where electricity flows from power plants to consumers.</a:t>
            </a:r>
          </a:p>
          <a:p>
            <a:pPr marL="342900" indent="-342900" algn="just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Such systems suffer from major inefficiencies like high transmission losses and lack of transparency.</a:t>
            </a:r>
          </a:p>
          <a:p>
            <a:pPr marL="342900" indent="-342900" algn="just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costs increase due to involvement of intermediaries such as utilities and brokers.</a:t>
            </a:r>
          </a:p>
          <a:p>
            <a:pPr marL="342900" indent="-342900" algn="just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renewable energy adoption, users now act as prosumers (both producers and consumers).</a:t>
            </a:r>
          </a:p>
          <a:p>
            <a:pPr marL="342900" indent="-342900" algn="just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shift demands a decentralized and flexible energy trading mechanism.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C8F16-C413-048C-0C89-CBA5F19ED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238AB70F-7377-1C85-DE40-CD0AA4917464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05F6E4EB-1A38-DAF2-70F5-77A7636DD9B0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C5B5293F-7CBB-00D6-AF2C-D6532766F389}"/>
              </a:ext>
            </a:extLst>
          </p:cNvPr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systems do not support direct peer-to-peer energy exchange.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Consumers have limited control over pricing and energy sourcing.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control creates a single point of failure and security risk.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Settlement processes are slow, often taking hours or days.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trust and transparency reduces system efficiency.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47126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7BBFA-A289-E3AE-EFD5-640D2A6C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9E35A3E1-9964-9041-C73D-E7374414DAB2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3B35E8EB-23B0-A31F-FA1C-A61D8142D9F8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4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3D29E8E7-8308-4F31-CA8D-66D0545DC36A}"/>
              </a:ext>
            </a:extLst>
          </p:cNvPr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blockchain-based decentralized energy trading platform is proposed.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Ethereum blockchain to ensure transparency and security.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contracts automate energy transactions without intermediaries.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transaction is immutable and recorded on a distributed ledger.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directly trade surplus energy in real time.</a:t>
            </a: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9352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FCF4-8A4F-C9B6-04F9-E51F2F05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4E1E8EC6-9DC9-F516-DB43-798275907BD0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CA4606E5-3F9A-E5EF-B18B-9E64E00EFE75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5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2FB2AA52-6F73-3133-E4C2-4423388AF7A8}"/>
              </a:ext>
            </a:extLst>
          </p:cNvPr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consists of producers, consumers, smart contracts, and blockchain.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Producers list surplus energy with price and quantity.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Consumers browse listings and initiate purchase transactions.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interacts with blockchain using Web3.js.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contracts validate and execute transactions automatically.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4568E0B-1AB8-5E31-63D8-61A109C41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920" y="3258738"/>
            <a:ext cx="3690137" cy="328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24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97CF7-8B76-B893-20BA-8B5957A9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5A04A6F1-BECD-7DBB-01EA-76499F196189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Fututre Scope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330577CF-5172-96AF-49E0-DC7929789FB9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23636E69-F063-AE3A-1DEA-E32C3B112D00}"/>
              </a:ext>
            </a:extLst>
          </p:cNvPr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IoT devices for real-time energy tracking.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of Layer-2 solutions to improve scalability.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Incorporation of AI for demand prediction and pricing.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Cross-chain interoperability for broader adoption.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Alignment with government regulations and policies.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99185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DB155-772B-4ED5-E09E-642313E7C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A56CA528-AA34-5E35-F767-5BE56520E496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4B20AC48-BF11-B2B7-F626-4A2C62D6E663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7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68BD3D36-5786-E190-6B28-2D20860920B7}"/>
              </a:ext>
            </a:extLst>
          </p:cNvPr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enables a secure and decentralized energy trading ecosystem.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contracts ensure automation and trust.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improves efficiency, transparency, and cost-effectiveness.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strong potential for real-world implementation.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 can further enhance scalability and adoption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68670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5AB75-27D9-8CBF-5AF6-D3E97605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D45F946C-454D-5CE9-A017-A4E0F1901547}"/>
              </a:ext>
            </a:extLst>
          </p:cNvPr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4FB7A5AA-1319-22F4-18EE-FE3100DEB0FB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13192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34713</TotalTime>
  <Words>378</Words>
  <Application>Microsoft Office PowerPoint</Application>
  <PresentationFormat>On-screen Show (4:3)</PresentationFormat>
  <Paragraphs>116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Richa Richa</cp:lastModifiedBy>
  <cp:revision>2301</cp:revision>
  <dcterms:created xsi:type="dcterms:W3CDTF">2010-04-09T07:36:15Z</dcterms:created>
  <dcterms:modified xsi:type="dcterms:W3CDTF">2026-05-06T09:01:39Z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